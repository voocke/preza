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4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4544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topic: an overview of the Snapchat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six parts of the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Snapchat launched in 2011 as a camera-first messaging app. Its three core purposes.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product features that define Snapchat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milestones from the 2011 launch to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Q2 2026 figures from Snap's 10-Q. Most daily users are now outside North America and Europe.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Snap earns mostly from ads, with subscriptions growing fastest.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Strengths of the platform and the main concerns to be aware 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 of sources used in the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audience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6B736-BB7F-64D5-CD7F-4B40E7D6F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A7D553-D58C-D747-0830-352785E784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82A571-F4DD-4B45-3F35-60D34B708F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topic: an overview of the Snapchat platform.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46CC22-616F-3070-9915-082283FAC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019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3120EDD-2631-D2A9-6081-E69E4B037F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70264" y="2042402"/>
            <a:ext cx="4611114" cy="45362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AEF75-52F6-D175-E129-C0A1D7205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52B0DBAD-35A1-0498-F7BB-9CE153D2C0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369AB73A-81B5-B312-3760-356274F6C1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C6F5FE1A-F9C9-F939-77E6-27121F2CFD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B388A44A-9937-9D4F-C335-CE5751B616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36D6B87-511B-23BC-D894-9DEBBC8D47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70264" y="2042402"/>
            <a:ext cx="4611114" cy="4536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86580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131</Words>
  <Application>Microsoft Office PowerPoint</Application>
  <PresentationFormat>Произвольный</PresentationFormat>
  <Paragraphs>22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ivan</cp:lastModifiedBy>
  <cp:revision>2</cp:revision>
  <dcterms:created xsi:type="dcterms:W3CDTF">2026-10-12T16:49:11Z</dcterms:created>
  <dcterms:modified xsi:type="dcterms:W3CDTF">2026-10-12T16:53:50Z</dcterms:modified>
</cp:coreProperties>
</file>